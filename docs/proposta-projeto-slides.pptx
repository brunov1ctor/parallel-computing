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1725b4d-6f5e-d560-8113-2b931f726ade}">
          <p14:sldIdLst>
            <p14:sldId id="256"/>
          </p14:sldIdLst>
        </p14:section>
        <p14:section name="Conteúdo" id="{fa008124-63fb-0b0f-32e7-28c12b85108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Encerramento" id="{4357be15-8f2f-7287-f69c-0e1b93312990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chemeClr val="tx1"/>
                </a:solidFill>
                <a:latin typeface="+mn-lt"/>
              </a:defRPr>
            </a:pPr>
            <a:r>
              <a:rPr sz="1800" b="0" i="0" u="none" strike="noStrike">
                <a:solidFill>
                  <a:schemeClr val="tx1"/>
                </a:solidFill>
                <a:latin typeface="+mn-lt"/>
              </a:rPr>
              <a:t>Tempo por frame — exemplo ilustrativo (editar com dados reais)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ms/frame</c:v>
                </c:pt>
              </c:strCache>
            </c:strRef>
          </c:tx>
          <c:spPr>
            <a:solidFill>
              <a:srgbClr val="364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32³</c:v>
                  </c:pt>
                  <c:pt idx="1">
                    <c:v>64³</c:v>
                  </c:pt>
                  <c:pt idx="2">
                    <c:v>128³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18</c:v>
                </c:pt>
                <c:pt idx="2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F4F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36454F"/>
                    </a:solidFill>
                    <a:latin typeface="+mn-lt"/>
                  </a:defRPr>
                </a:pPr>
                <a:r>
                  <a:rPr b="0" i="0" u="none" strike="noStrike">
                    <a:solidFill>
                      <a:srgbClr val="36454F"/>
                    </a:solidFill>
                    <a:latin typeface="+mn-lt"/>
                  </a:rPr>
                  <a:t>ms (Serial, exemplo)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 do slide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</a:t>
            </a: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INE410129 — Computação Paralela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6949440" cy="4846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21295C"/>
                </a:solidFill>
              </a:defRPr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Túnel de Vento Virtual 3D Interativo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Lattice Boltzmann Method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INE410129 — Computação Paralela  ·  Assessment 1 (A1) — Proposta de Projeto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Victor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(dinâmica dos fluidos computacional) é uma das aplicações mais tradicionais e exigentes de HPC — engenharia aeroespacial, automotiva, arquitetura, cinema/jogos.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Navier-Stokes diretamente é caro e historicamente restrito a simulações offline em cluster.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Inspiração: "túnel de vento virtual" interativo — usuário desenha um obstáculo e vê o fluxo em tempo real.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tipo de demo só é viável em tempo real graças à paralelização massiva em GPU — contraste central do projeto: impossível em CPU sequencial, trivial em GPU.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proposta: cena 3D estilo viewport (Blender-like), com formas base deformáveis jogadas no túnel de vento.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Lattice Boltzmann Method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Navier-Stokes direto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(Stable Fluids)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via FFT/Poisson a cada passo — solver global, não local. Dependências entre células distantes. Usado no fluidsGL (NVIDIA).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783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SPH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(partículas)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vizinhos a cada passo, exige estruturas de aceleração espacial (grades/árvores). Custo extra de implementação e balanceamento de carga.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783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LBM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(escolhido)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local por célula, sem solver global e sem busca de vizinhos. Lida com obstáculos arbitrários via bounce-back. Mapeia quase perfeitamente para GPU.</a:t>
            </a:r>
            <a:endParaRPr lang="en-US" sz="1300" dirty="0"/>
          </a:p>
        </p:txBody>
      </p:sp>
      <p:sp>
        <p:nvSpPr>
          <p:cNvPr id="14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do LBM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regular de células; cada célula guarda funções de distribuição f_i (fração de "pacotes" de fluido por direção discreta).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3D usado: D3Q19 (3 dimensões, 19 direções por célula).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passo: (1) Colisão — relaxação para equilíbrio local via operador BGK; (2) Propagação (streaming) — cada f_i se desloca para a célula vizinha correspondente.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ρ e velocidade u recuperadas como momentos estatísticos simples das f_i.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contorno: bounce-back (obstáculo sólido), velocidade constante (entrada de vento), fluxo livre (saída).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forma 3D ao obstáculo da simulação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escolhe/deforma uma forma base (esfera, cubo, cilindro, toroide, boneco-palito) — malha de triângulos simples, sem topologia dinâmica.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de voxelização converte a malha em células "sólidas" dentro da grade 3D.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Voxelização executa só quando a forma é editada — não a cada frame — já que seu custo é bem menor que o da simulação contínua.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esse problema tem alta carga computacional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tempo real a 24–60 FPS.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exemplo: 128×128×128 células (~2 milhões de células).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frame recalcula colisão + propagação para todas as células, cada uma com as 19 direções do D3Q19.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dezenas a centenas de milhões de operações de ponto flutuante por frame, sustentadas continuamente.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Inviável em tempo real de forma sequencial — perfeitamente tratável em GPU.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da paralelização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 depende apenas do seu próprio estado e dos vizinhos imediatos no passo anterior — padrão de stencil (como Jogo da Vida / equação do calor).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dependências globais dentro de um mesmo passo de tempo.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embaraçosamente paralelo por célula — encaixe quase perfeito com o paradigma SIMT das GPUs.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paralela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(baseline)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sequencial em C/C++, referência para cálculo de speedup.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783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(CPU multi-thread)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omp parallel for sobre as células da grade; testa nº de threads e políticas de schedule.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EAF4F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783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(GPU — alvo principal)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69748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célula/bloco mapeado para uma thread CUDA; kernel de colisão + propagação com shared memory.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é a arquitetura-alvo principal: trabalho leve por célula, mas número de células muito grande e independente — cenário ideal para throughput da GPU. MPI (múltiplas máquinas) fica fora do escopo — mencionado como trabalho futuro.</a:t>
            </a:r>
            <a:endParaRPr lang="en-US" sz="12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Linguagem: C/C++.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 CPU: OpenMP.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 GPU: CUDA (kernels de colisão + propagação, memória compartilhada).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Visualização/interação 3D: raylib ou OpenGL/GLFW — viewport com câmera orbital, menu de formas base, deformação por "pincel".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do fluido: corte por plano (slice) e, se der tempo, ray marching para fumaça volumétrica.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Profiling: NVIDIA Nsight Compute / nvprof; medição de tempo por frame (ms) e FPS.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81360" y="502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8813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>
            <p:ph idx="101" type="body" hasCustomPrompt="1"/>
          </p:nvPr>
        </p:nvGraphicFramePr>
        <p:xfrm>
          <a:off x="640080" y="146304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818120" y="1463040"/>
            <a:ext cx="37490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visuais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Capturas/vídeo da simulação interativa contornando diferentes obstáculos.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desempenho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Tempo/frame e FPS: Serial vs. OpenMP (vários nº de threads) vs. CUDA, em 32³/64³/128³.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speedup (OpenMP/Serial e CUDA/Serial) por tamanho do problema.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 de resolução em que tempo real (≥24–30 FPS) só é alcançável com CUDA.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S.; DOOLEN, G. D. Lattice Boltzmann method for fluid flows. Annual Review of Fluid Mechanics, v. 30, 1998.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SUCCI, S. The Lattice Boltzmann Equation for Fluid Dynamics and Beyond. Oxford University Press, 2001.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TÖLKE, J.; KRAFCZYK, M. TeraFLOP computing on a desktop PC with GPUs for 3D CFD. Int. J. Comp. Fluid Dynamics, v. 22, n. 7, 2008.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OBRECHT, C. et al. Multi-GPU implementation of the lattice Boltzmann method. Computers &amp; Mathematics with Applications, v. 65, n. 2, 2013.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STAM, J. Stable Fluids. Proceedings of SIGGRAPH '99, 1999.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NVIDIA. CUDA Samples — fluidsGL e particles. github.com/NVIDIA/cuda-samples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6454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 LBM">
  <a:themeElements>
    <a:clrScheme name="Ocean LBM">
      <a:dk1>
        <a:srgbClr val="21295C"/>
      </a:dk1>
      <a:lt1>
        <a:srgbClr val="FFFFFF"/>
      </a:lt1>
      <a:dk2>
        <a:srgbClr val="065A82"/>
      </a:dk2>
      <a:lt2>
        <a:srgbClr val="EAF4F8"/>
      </a:lt2>
      <a:accent1>
        <a:srgbClr val="1C7293"/>
      </a:accent1>
      <a:accent2>
        <a:srgbClr val="21295C"/>
      </a:accent2>
      <a:accent3>
        <a:srgbClr val="065A82"/>
      </a:accent3>
      <a:accent4>
        <a:srgbClr val="9FD8CB"/>
      </a:accent4>
      <a:accent5>
        <a:srgbClr val="36454F"/>
      </a:accent5>
      <a:accent6>
        <a:srgbClr val="1C7293"/>
      </a:accent6>
      <a:hlink>
        <a:srgbClr val="1C7293"/>
      </a:hlink>
      <a:folHlink>
        <a:srgbClr val="21295C"/>
      </a:folHlink>
    </a:clrScheme>
    <a:fontScheme name="Ocean LB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2026-10-17T16:37:12Z</dcterms:created>
  <dcterms:modified xsi:type="dcterms:W3CDTF">2026-10-17T16:37:12Z</dcterms:modified>
</cp:coreProperties>
</file>